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73152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GCSE Revision Platform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Actually Prepares Students for Exams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recall. Real understanding.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GCSE Revision Market is Broken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14142A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554480"/>
            <a:ext cx="731520" cy="73152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Multiple Choice Trap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revision apps only test recall with MCQs. But 60%+ of GCSE marks come from extended written answers. Students score 90% on apps, then get Grade 5 in the real exam.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14142A"/>
          </a:solidFill>
          <a:ln w="12700">
            <a:solidFill>
              <a:srgbClr val="E9456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554480"/>
            <a:ext cx="731520" cy="73152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Burnout Culture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Tassomai set punitive daily targets. Entire classes have abandoned it. Exam stress is at crisis levels among 15-16 year olds.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14142A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1554480"/>
            <a:ext cx="731520" cy="731520"/>
          </a:xfrm>
          <a:prstGeom prst="ellipse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Paywall 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Quizlet has 84% one-star reviews on Trustpilot. Students feel betrayed when free features disappear behind paywalls. Parents hate surprise auto-renewals.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Educate: Built Different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revision platform that tests understanding, not just memory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4142A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6C63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63FF"/>
                </a:solidFill>
              </a:rPr>
              <a:t>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Extended Answer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app that helps students practice 3, 6, and 8-mark written responses with instant AI marking and structured feedback.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414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783080"/>
            <a:ext cx="640080" cy="64008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06440" y="1600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Diagrams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Math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generates real-time mathematical formulas and process diagrams. Not static images.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4142A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474720"/>
            <a:ext cx="640080" cy="64008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4560"/>
                </a:solidFill>
              </a:rPr>
              <a:t>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Wellbeing-First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reminders, sustainable pacing, stress check-ins. We tell students 'you've done enough today.'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414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3474720"/>
            <a:ext cx="640080" cy="640080"/>
          </a:xfrm>
          <a:prstGeom prst="ellipse">
            <a:avLst/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80644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 AI Tutor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tutor that guides thinking with Socratic questioning. Adapts to each student's level.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Comparison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Educate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Seneca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Save My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Tassomai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BBC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Bitesize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Extended answer practice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AI-powered marking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Basic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AI tutor chat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Unlimited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1x/week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Live math &amp; diagrams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Wellbeing features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Offline mode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25+ GCSE subjects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3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All 4 UK exam boards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AQA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CCDD"/>
                          </a:solidFill>
                        </a:rPr>
                        <a:t>Free tier with real value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That Actually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4142A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Board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Subject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AQA, Edexcel, OCR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WJEC. 25+ subjects.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3F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57400" y="137160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4142A"/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64592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2377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specific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subtopics.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40480" y="137160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414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6459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377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mid, extended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flashcards.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23560" y="137160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4142A"/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645920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15000" y="2377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AI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marking with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tips.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456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06640" y="1371600"/>
            <a:ext cx="1600200" cy="2926080"/>
          </a:xfrm>
          <a:prstGeom prst="roundRect">
            <a:avLst>
              <a:gd name="adj" fmla="val 6857"/>
            </a:avLst>
          </a:prstGeom>
          <a:solidFill>
            <a:srgbClr val="1414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0" y="164592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90956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0" y="23774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focus areas.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Educate for Schools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every student, support every teacher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4142A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Teacher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assignments, track class progress, identify struggling students early. Export reports for parents' evenings.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414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Department-Wide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194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per student per year. All subjects, all boards. No per-subject upsells.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1414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existing resources. Students use it at home AND in school. AI marking saves teacher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4142A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94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spend 8+ hours per week marking. </a:t>
            </a:r>
            <a:pPr algn="ctr" indent="0" marL="0">
              <a:buNone/>
            </a:pPr>
            <a:r>
              <a:rPr lang="en-US" sz="11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Educate's AI marking gives instant, detailed feedback</a:t>
            </a:r>
            <a:pPr algn="ctr" indent="0" marL="0">
              <a:buNone/>
            </a:pPr>
            <a:r>
              <a:rPr lang="en-US" sz="11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freeing teachers to actually teach.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Simple, Transparent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fees. No surprise renewals. No paywall traps.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4142A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quiz sessions per day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question bank (25+ subjects)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Flashcards with spaced repetition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progress tracking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4142A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1097280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097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£4.99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or £39.99/year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quiz sessions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tutor chat (unlimited)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answer marking &amp; feedback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Extended answer practice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study planner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 mode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14142A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417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School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£2.49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/student/year (min 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6060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Teacher dashboard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 analytics &amp; reports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Parent summary emails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Less than one revision guide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414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750,000+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GCSE students sit exams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in England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4142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£2.1B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EdTech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4142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use at least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revision 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414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 apps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each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414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154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3886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offer AI extended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practice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is positioned to consolidate revision into one platform that actually prepares students for exams.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and Ready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4142A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Live 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platform with 25+ subjects, 4 exam boards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Pre-built question bank with 500+ questions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question generation &amp; answer marking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tutor chat with Socratic questioning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KaTeX math rendering &amp; Mermaid diagrams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Mobile-responsive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4142A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Coming Soon (Q2-Q3 2026)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Spaced repetition engine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Smart study planner with exam countdown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Offline PWA mode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Teacher dashboard &amp; school licensing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Parent progress summaries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Gamification (streaks, XP, leaderboards)</a:t>
            </a:r>
            <a:endParaRPr lang="en-US" sz="10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Past paper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Transform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GCSE Revision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us to give every student the AI tutor they deserve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411480"/>
          </a:xfrm>
          <a:prstGeom prst="roundRect">
            <a:avLst>
              <a:gd name="adj" fmla="val 17778"/>
            </a:avLst>
          </a:prstGeom>
          <a:solidFill>
            <a:srgbClr val="14142A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8346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Schools: Book a free pilot for your Year 10/11 students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383280"/>
            <a:ext cx="6400800" cy="411480"/>
          </a:xfrm>
          <a:prstGeom prst="roundRect">
            <a:avLst>
              <a:gd name="adj" fmla="val 17778"/>
            </a:avLst>
          </a:prstGeom>
          <a:solidFill>
            <a:srgbClr val="14142A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3832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Parents: Sign up for early access at educate.app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931920"/>
            <a:ext cx="6400800" cy="411480"/>
          </a:xfrm>
          <a:prstGeom prst="roundRect">
            <a:avLst>
              <a:gd name="adj" fmla="val 17778"/>
            </a:avLst>
          </a:prstGeom>
          <a:solidFill>
            <a:srgbClr val="14142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93192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Investors: Let's talk — hello@educate.app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526280"/>
            <a:ext cx="274320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— Not just recall. Real understanding.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Educate - GCSE Revision Platform</dc:title>
  <dc:subject>PptxGenJS Presentation</dc:subject>
  <dc:creator>Educate</dc:creator>
  <cp:lastModifiedBy>Educate</cp:lastModifiedBy>
  <cp:revision>1</cp:revision>
  <dcterms:created xsi:type="dcterms:W3CDTF">2026-03-29T12:55:09Z</dcterms:created>
  <dcterms:modified xsi:type="dcterms:W3CDTF">2026-03-29T12:55:09Z</dcterms:modified>
</cp:coreProperties>
</file>